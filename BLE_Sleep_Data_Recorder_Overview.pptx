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7772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 Sleep Data Recorder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 BLE 기반 수면 센서 데이터 수집 앱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  ·  8시간+ 연속 녹음  ·  실시간 서버 전송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Technical Overview  |  2026.03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앱의 목적과 핵심 기능 소개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사용된 프레임워크 및 라이브러리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 흐름 및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통신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 연결 및 데이터 수신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백그라운드 녹음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8시간+ 연속 녹음 전략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연동 &amp; 분석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업로드 및 수면 분석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화면 구성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탭 인터페이스 상세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구현 포인트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챌린지와 해결 방법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센서 디바이스로부터 수면 중 데이터를 수집하고, 서버에 실시간 전송하여 수면 분석 결과를 제공하는 모바일 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자동 연결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 디바이스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스캔 및 연결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20116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228600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377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8시간+ 녹음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97880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백그라운드 서비스로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장시간 연속 기록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342900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3703320"/>
            <a:ext cx="640080" cy="64008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업로드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단위 청크로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스트리밍 전송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42900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74920" y="3703320"/>
            <a:ext cx="640080" cy="64008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7947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9788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분석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89788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NREM/REM/Wake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분석 결과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RN workflow + Router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286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 enabled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alias @/* → ./*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00200"/>
            <a:ext cx="54864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react-native-ble-plx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통신 라이브러리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rn-background-actions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514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백그라운드 서비스 실행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react-native-fs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시스템 접근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52044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520440"/>
            <a:ext cx="54864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expo-sharing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794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공유 다이얼로그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16052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16052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base64-js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인코딩/디코딩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554480" cy="2194560"/>
          </a:xfrm>
          <a:prstGeom prst="rect">
            <a:avLst/>
          </a:prstGeom>
          <a:solidFill>
            <a:srgbClr val="1B2838"/>
          </a:solidFill>
          <a:ln w="19050">
            <a:solidFill>
              <a:srgbClr val="38BDF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0" y="1280160"/>
            <a:ext cx="1554480" cy="2194560"/>
          </a:xfrm>
          <a:prstGeom prst="rect">
            <a:avLst/>
          </a:prstGeom>
          <a:solidFill>
            <a:srgbClr val="1B2838"/>
          </a:solidFill>
          <a:ln w="1905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37744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54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297680" y="1280160"/>
            <a:ext cx="1554480" cy="2194560"/>
          </a:xfrm>
          <a:prstGeom prst="rect">
            <a:avLst/>
          </a:prstGeom>
          <a:solidFill>
            <a:srgbClr val="1B2838"/>
          </a:solidFill>
          <a:ln w="1905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087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8912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38912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.raw 파일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간격 플러시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309360" y="1280160"/>
            <a:ext cx="1554480" cy="2194560"/>
          </a:xfrm>
          <a:prstGeom prst="rect">
            <a:avLst/>
          </a:prstGeom>
          <a:solidFill>
            <a:srgbClr val="1B2838"/>
          </a:solidFill>
          <a:ln w="19050">
            <a:solidFill>
              <a:srgbClr val="818CF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087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40080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청크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 전송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828800" y="2377440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20" name="Text 14"/>
          <p:cNvSpPr/>
          <p:nvPr/>
        </p:nvSpPr>
        <p:spPr>
          <a:xfrm>
            <a:off x="2148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840480" y="2377440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41605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852160" y="2377440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24" name="Text 18"/>
          <p:cNvSpPr/>
          <p:nvPr/>
        </p:nvSpPr>
        <p:spPr>
          <a:xfrm>
            <a:off x="61722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749040"/>
            <a:ext cx="8046720" cy="1051560"/>
          </a:xfrm>
          <a:prstGeom prst="rect">
            <a:avLst/>
          </a:prstGeom>
          <a:solidFill>
            <a:srgbClr val="1B2838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분석 결과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05840" y="4206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서버에서 WAV 변환 후 수면 단계 분석 → NREM / REM / Wake 분류 → 수면 점수 산출 → 하이프노그램 시각화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 통신 상세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 Service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UUID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2167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6E400001-B5A3-...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Characteristic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2670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6E400003-B5A3-...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Filter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3172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Nordic_UART_S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Size (Android)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5840" y="3675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247 bytes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3977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0584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 encoded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23444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749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재연결 로직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0640" y="1984248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235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끊김 감지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294376" y="2350008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0" y="25146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23560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녹음 중인지 확인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294376" y="2880360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20640" y="30449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23560" y="30266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재연결 시도 (최대 10회)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294376" y="3410712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0" y="3575304"/>
            <a:ext cx="347472" cy="34747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2" name="Text 29"/>
          <p:cNvSpPr/>
          <p:nvPr/>
        </p:nvSpPr>
        <p:spPr>
          <a:xfrm>
            <a:off x="512064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23560" y="3557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 백오프 적용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294376" y="3941064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20640" y="410565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5120640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2356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복구 후 녹음 재개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백그라운드 녹음 전략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8h+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녹음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23444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889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플러시 간격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960KB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사이즈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3444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제한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백그라운드 서비스 동작 흐름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데이터 수신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Base64로 인코딩된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도착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06040" y="297180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29718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버퍼 축적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globalWriteBuffer에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누적 저장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7180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간격 플러시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→ Base64 디코딩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.raw 파일 기록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03720" y="297180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2971800"/>
            <a:ext cx="192024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청크 업로드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960KB 도달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전송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서버 연동 &amp; 수면 분석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API Endpoints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01368"/>
            <a:ext cx="6400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01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 오디오 청크 업로드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487168"/>
            <a:ext cx="640080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/finish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녹음 종료 → WAV 변환 트리거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172968"/>
            <a:ext cx="640080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729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/api/result/{id}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분석 결과 조회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분석 결과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NREM 70%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4297680"/>
            <a:ext cx="228600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20%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4297680"/>
            <a:ext cx="13716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10%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화면 구성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(녹음)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9728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index.tsx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연결 상태 표시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7063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녹음 시작/중지 버튼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패킷 카운트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경과 시간 타이머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펄스 애니메이션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2344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234440"/>
            <a:ext cx="26060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(개발자)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520440" y="1874520"/>
            <a:ext cx="1097280" cy="256032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2359152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연결/녹음 상태 카드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770632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크기 및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3182112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내보내기/삭제 기능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593592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업로드 로그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4005072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이벤트 로그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23444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234440"/>
            <a:ext cx="260604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(결과)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400800" y="1874520"/>
            <a:ext cx="1097280" cy="256032"/>
          </a:xfrm>
          <a:prstGeom prst="rect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analysis.tsx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46520" y="235915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시작/종료 시간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277063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 점수 (0-100)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31821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비율 스택바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359359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하이프노그램 타임라인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46520" y="400507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블록 시각화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구현 포인트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6304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361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(HeadlessJS)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HeadlessJS 백그라운드 서비스는 React 컨텍스트 밖에서 실행됩니다. fileStorage.ts에 전역 변수를 사용하여 백그라운드 태스크에서 상태에 접근합니다.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2344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74920" y="1463040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536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for BLE Callbacks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7492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콜백은 클로저에서 실행되므로 최신 state를 참조하지 못합니다. useRef로 isRecording, writeBuffer 등의 최신 값을 보장합니다.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0632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29184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3649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최적화 비활성화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6012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Android의 배터리 최적화가 백그라운드 서비스를 종료할 수 있습니다. 앱 최초 연결 시 사용자에게 비활성화를 요청하는 다이얼로그를 표시합니다.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0632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74920" y="3291840"/>
            <a:ext cx="502920" cy="502920"/>
          </a:xfrm>
          <a:prstGeom prst="ellipse">
            <a:avLst/>
          </a:prstGeom>
          <a:solidFill>
            <a:srgbClr val="94A3B8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3649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Patch 적용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7492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react-native-background-actions의 Android 10+ foregroundServiceType 호환성 문제를 패치로 해결합니다.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(tabs)/index.tsx     ← 홈 녹음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(tabs)/explore.tsx   ← 개발자 도구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(tabs)/analysis.tsx  ← 수면 분석 결과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useBLE.ts            ← BLE 핵심 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fileStorage.ts       ← 파일 버퍼 관리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backgroundService.ts ← 백그라운드 태스크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uploadService.ts     ← 서버 API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ble.ts               ← BLE UUID/설정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BLEContext.tsx        ← 공유 BLE 상태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91640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Screens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121408"/>
            <a:ext cx="3566160" cy="34747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121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121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(useBLE)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551176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551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5511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980944"/>
            <a:ext cx="3566160" cy="347472"/>
          </a:xfrm>
          <a:prstGeom prst="rect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80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Endpoints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9809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410712"/>
            <a:ext cx="3566160" cy="347472"/>
          </a:xfrm>
          <a:prstGeom prst="rect">
            <a:avLst/>
          </a:prstGeom>
          <a:solidFill>
            <a:srgbClr val="F472B6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410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Sample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410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16kHz / 16-bit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840480"/>
            <a:ext cx="3566160" cy="347472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840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 Android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4270248"/>
            <a:ext cx="3566160" cy="347472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270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Language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270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Korean (한국어)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Sleep Data Recorder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편하게 말씀해 주세요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Expo 54  ·  BLE  ·  Background Recording  ·  Sleep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BLE Sleep Data Recorder - Project Overview</dc:title>
  <dc:subject>PptxGenJS Presentation</dc:subject>
  <dc:creator>BLE Sleep Data Recorder Team</dc:creator>
  <cp:lastModifiedBy>BLE Sleep Data Recorder Team</cp:lastModifiedBy>
  <cp:revision>1</cp:revision>
  <dcterms:created xsi:type="dcterms:W3CDTF">2026-03-13T04:50:40Z</dcterms:created>
  <dcterms:modified xsi:type="dcterms:W3CDTF">2026-03-13T04:50:40Z</dcterms:modified>
</cp:coreProperties>
</file>